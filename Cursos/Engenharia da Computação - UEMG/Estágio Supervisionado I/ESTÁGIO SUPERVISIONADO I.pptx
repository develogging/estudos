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D33E1C-A940-4C21-9B11-67EEFCC891A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295984F-64D4-4363-98FD-0925D23F4504}">
      <dgm:prSet/>
      <dgm:spPr/>
      <dgm:t>
        <a:bodyPr/>
        <a:lstStyle/>
        <a:p>
          <a:pPr>
            <a:defRPr cap="all"/>
          </a:pPr>
          <a:r>
            <a:rPr lang="pt-BR"/>
            <a:t>- Aplicar conhecimentos teóricos em cenários reais</a:t>
          </a:r>
          <a:endParaRPr lang="en-US"/>
        </a:p>
      </dgm:t>
    </dgm:pt>
    <dgm:pt modelId="{FCBA4727-DA19-45AF-843E-A4C225823B8A}" type="parTrans" cxnId="{FAFE41A8-F98E-4CC9-A5AE-44BF42F8CDB8}">
      <dgm:prSet/>
      <dgm:spPr/>
      <dgm:t>
        <a:bodyPr/>
        <a:lstStyle/>
        <a:p>
          <a:endParaRPr lang="en-US"/>
        </a:p>
      </dgm:t>
    </dgm:pt>
    <dgm:pt modelId="{10D1BACC-6708-496C-82A2-1DB84A16ED3E}" type="sibTrans" cxnId="{FAFE41A8-F98E-4CC9-A5AE-44BF42F8CDB8}">
      <dgm:prSet/>
      <dgm:spPr/>
      <dgm:t>
        <a:bodyPr/>
        <a:lstStyle/>
        <a:p>
          <a:endParaRPr lang="en-US"/>
        </a:p>
      </dgm:t>
    </dgm:pt>
    <dgm:pt modelId="{BC306DB3-06E2-4568-8E1B-FA4FBA37BCA8}">
      <dgm:prSet/>
      <dgm:spPr/>
      <dgm:t>
        <a:bodyPr/>
        <a:lstStyle/>
        <a:p>
          <a:pPr>
            <a:defRPr cap="all"/>
          </a:pPr>
          <a:r>
            <a:rPr lang="pt-BR"/>
            <a:t>- Compreender os desafios do mercado de trabalho</a:t>
          </a:r>
          <a:endParaRPr lang="en-US"/>
        </a:p>
      </dgm:t>
    </dgm:pt>
    <dgm:pt modelId="{5C5B2261-9AA8-48B3-9E0A-F49ECCA7C2A2}" type="parTrans" cxnId="{AC65A6FB-7CB6-4039-8A5D-13E60C7D4BF4}">
      <dgm:prSet/>
      <dgm:spPr/>
      <dgm:t>
        <a:bodyPr/>
        <a:lstStyle/>
        <a:p>
          <a:endParaRPr lang="en-US"/>
        </a:p>
      </dgm:t>
    </dgm:pt>
    <dgm:pt modelId="{F57F4864-F7F6-4111-BA63-AB4878A5804F}" type="sibTrans" cxnId="{AC65A6FB-7CB6-4039-8A5D-13E60C7D4BF4}">
      <dgm:prSet/>
      <dgm:spPr/>
      <dgm:t>
        <a:bodyPr/>
        <a:lstStyle/>
        <a:p>
          <a:endParaRPr lang="en-US"/>
        </a:p>
      </dgm:t>
    </dgm:pt>
    <dgm:pt modelId="{50859A22-AFF0-48E6-A7DF-9A7188EEBDC5}" type="pres">
      <dgm:prSet presAssocID="{DED33E1C-A940-4C21-9B11-67EEFCC891A0}" presName="root" presStyleCnt="0">
        <dgm:presLayoutVars>
          <dgm:dir/>
          <dgm:resizeHandles val="exact"/>
        </dgm:presLayoutVars>
      </dgm:prSet>
      <dgm:spPr/>
    </dgm:pt>
    <dgm:pt modelId="{E6897E46-931B-4409-B11E-918491E49DDE}" type="pres">
      <dgm:prSet presAssocID="{E295984F-64D4-4363-98FD-0925D23F4504}" presName="compNode" presStyleCnt="0"/>
      <dgm:spPr/>
    </dgm:pt>
    <dgm:pt modelId="{6A8AE478-3B9A-41C2-83D4-C37A4AA49934}" type="pres">
      <dgm:prSet presAssocID="{E295984F-64D4-4363-98FD-0925D23F4504}" presName="iconBgRect" presStyleLbl="bgShp" presStyleIdx="0" presStyleCnt="2"/>
      <dgm:spPr/>
    </dgm:pt>
    <dgm:pt modelId="{DB97DDEE-AEC6-4CBA-B91A-1D5737FFC05D}" type="pres">
      <dgm:prSet presAssocID="{E295984F-64D4-4363-98FD-0925D23F450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C93267B-4AAD-413F-8570-5133BF83BBC8}" type="pres">
      <dgm:prSet presAssocID="{E295984F-64D4-4363-98FD-0925D23F4504}" presName="spaceRect" presStyleCnt="0"/>
      <dgm:spPr/>
    </dgm:pt>
    <dgm:pt modelId="{D1FC4B52-FB9B-4F9A-9710-B2C3B0DE5F63}" type="pres">
      <dgm:prSet presAssocID="{E295984F-64D4-4363-98FD-0925D23F4504}" presName="textRect" presStyleLbl="revTx" presStyleIdx="0" presStyleCnt="2">
        <dgm:presLayoutVars>
          <dgm:chMax val="1"/>
          <dgm:chPref val="1"/>
        </dgm:presLayoutVars>
      </dgm:prSet>
      <dgm:spPr/>
    </dgm:pt>
    <dgm:pt modelId="{71831305-DBC5-441E-BD14-D76927D60FF6}" type="pres">
      <dgm:prSet presAssocID="{10D1BACC-6708-496C-82A2-1DB84A16ED3E}" presName="sibTrans" presStyleCnt="0"/>
      <dgm:spPr/>
    </dgm:pt>
    <dgm:pt modelId="{99A62A33-9270-481F-9CFE-D586DAC1167A}" type="pres">
      <dgm:prSet presAssocID="{BC306DB3-06E2-4568-8E1B-FA4FBA37BCA8}" presName="compNode" presStyleCnt="0"/>
      <dgm:spPr/>
    </dgm:pt>
    <dgm:pt modelId="{B4DF3ED1-576E-4865-A547-D259700113D3}" type="pres">
      <dgm:prSet presAssocID="{BC306DB3-06E2-4568-8E1B-FA4FBA37BCA8}" presName="iconBgRect" presStyleLbl="bgShp" presStyleIdx="1" presStyleCnt="2"/>
      <dgm:spPr/>
    </dgm:pt>
    <dgm:pt modelId="{E5006FCA-DA28-4AE3-8D1F-61763AA01FC0}" type="pres">
      <dgm:prSet presAssocID="{BC306DB3-06E2-4568-8E1B-FA4FBA37BC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leta"/>
        </a:ext>
      </dgm:extLst>
    </dgm:pt>
    <dgm:pt modelId="{D397ABC9-ED3E-4F74-9A65-ABBC78D4E2B6}" type="pres">
      <dgm:prSet presAssocID="{BC306DB3-06E2-4568-8E1B-FA4FBA37BCA8}" presName="spaceRect" presStyleCnt="0"/>
      <dgm:spPr/>
    </dgm:pt>
    <dgm:pt modelId="{279A5A3C-5E73-49C2-A2AC-969EBC9BBD58}" type="pres">
      <dgm:prSet presAssocID="{BC306DB3-06E2-4568-8E1B-FA4FBA37BC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A79F31A-9B60-4D70-A5AE-C556AF23BED3}" type="presOf" srcId="{BC306DB3-06E2-4568-8E1B-FA4FBA37BCA8}" destId="{279A5A3C-5E73-49C2-A2AC-969EBC9BBD58}" srcOrd="0" destOrd="0" presId="urn:microsoft.com/office/officeart/2018/5/layout/IconCircleLabelList"/>
    <dgm:cxn modelId="{81A99F7D-454E-4EA5-918F-52D6B4732E38}" type="presOf" srcId="{E295984F-64D4-4363-98FD-0925D23F4504}" destId="{D1FC4B52-FB9B-4F9A-9710-B2C3B0DE5F63}" srcOrd="0" destOrd="0" presId="urn:microsoft.com/office/officeart/2018/5/layout/IconCircleLabelList"/>
    <dgm:cxn modelId="{FAFE41A8-F98E-4CC9-A5AE-44BF42F8CDB8}" srcId="{DED33E1C-A940-4C21-9B11-67EEFCC891A0}" destId="{E295984F-64D4-4363-98FD-0925D23F4504}" srcOrd="0" destOrd="0" parTransId="{FCBA4727-DA19-45AF-843E-A4C225823B8A}" sibTransId="{10D1BACC-6708-496C-82A2-1DB84A16ED3E}"/>
    <dgm:cxn modelId="{FB4B57DC-9F63-40BD-854A-1EE5D58CD490}" type="presOf" srcId="{DED33E1C-A940-4C21-9B11-67EEFCC891A0}" destId="{50859A22-AFF0-48E6-A7DF-9A7188EEBDC5}" srcOrd="0" destOrd="0" presId="urn:microsoft.com/office/officeart/2018/5/layout/IconCircleLabelList"/>
    <dgm:cxn modelId="{AC65A6FB-7CB6-4039-8A5D-13E60C7D4BF4}" srcId="{DED33E1C-A940-4C21-9B11-67EEFCC891A0}" destId="{BC306DB3-06E2-4568-8E1B-FA4FBA37BCA8}" srcOrd="1" destOrd="0" parTransId="{5C5B2261-9AA8-48B3-9E0A-F49ECCA7C2A2}" sibTransId="{F57F4864-F7F6-4111-BA63-AB4878A5804F}"/>
    <dgm:cxn modelId="{85048476-1812-4B21-98B4-DEC74498DF08}" type="presParOf" srcId="{50859A22-AFF0-48E6-A7DF-9A7188EEBDC5}" destId="{E6897E46-931B-4409-B11E-918491E49DDE}" srcOrd="0" destOrd="0" presId="urn:microsoft.com/office/officeart/2018/5/layout/IconCircleLabelList"/>
    <dgm:cxn modelId="{603AFA84-65DE-40ED-94C4-0EFFC5102105}" type="presParOf" srcId="{E6897E46-931B-4409-B11E-918491E49DDE}" destId="{6A8AE478-3B9A-41C2-83D4-C37A4AA49934}" srcOrd="0" destOrd="0" presId="urn:microsoft.com/office/officeart/2018/5/layout/IconCircleLabelList"/>
    <dgm:cxn modelId="{6772B4CB-173C-4513-8398-D300481C1A6E}" type="presParOf" srcId="{E6897E46-931B-4409-B11E-918491E49DDE}" destId="{DB97DDEE-AEC6-4CBA-B91A-1D5737FFC05D}" srcOrd="1" destOrd="0" presId="urn:microsoft.com/office/officeart/2018/5/layout/IconCircleLabelList"/>
    <dgm:cxn modelId="{ECCC64AE-3DD7-4A17-BCBE-AF180F5D1533}" type="presParOf" srcId="{E6897E46-931B-4409-B11E-918491E49DDE}" destId="{3C93267B-4AAD-413F-8570-5133BF83BBC8}" srcOrd="2" destOrd="0" presId="urn:microsoft.com/office/officeart/2018/5/layout/IconCircleLabelList"/>
    <dgm:cxn modelId="{10E32F07-C06E-4E98-B42E-963B1E4693E2}" type="presParOf" srcId="{E6897E46-931B-4409-B11E-918491E49DDE}" destId="{D1FC4B52-FB9B-4F9A-9710-B2C3B0DE5F63}" srcOrd="3" destOrd="0" presId="urn:microsoft.com/office/officeart/2018/5/layout/IconCircleLabelList"/>
    <dgm:cxn modelId="{AAB83AAA-A35C-402D-B8DF-F5DD54ADC0CC}" type="presParOf" srcId="{50859A22-AFF0-48E6-A7DF-9A7188EEBDC5}" destId="{71831305-DBC5-441E-BD14-D76927D60FF6}" srcOrd="1" destOrd="0" presId="urn:microsoft.com/office/officeart/2018/5/layout/IconCircleLabelList"/>
    <dgm:cxn modelId="{CC8D86F8-4298-4D4B-BB26-C00D90FC513B}" type="presParOf" srcId="{50859A22-AFF0-48E6-A7DF-9A7188EEBDC5}" destId="{99A62A33-9270-481F-9CFE-D586DAC1167A}" srcOrd="2" destOrd="0" presId="urn:microsoft.com/office/officeart/2018/5/layout/IconCircleLabelList"/>
    <dgm:cxn modelId="{2803C13A-712D-4902-A423-07F9C32816D6}" type="presParOf" srcId="{99A62A33-9270-481F-9CFE-D586DAC1167A}" destId="{B4DF3ED1-576E-4865-A547-D259700113D3}" srcOrd="0" destOrd="0" presId="urn:microsoft.com/office/officeart/2018/5/layout/IconCircleLabelList"/>
    <dgm:cxn modelId="{7D307400-000D-4C1F-B5A2-F80296F54224}" type="presParOf" srcId="{99A62A33-9270-481F-9CFE-D586DAC1167A}" destId="{E5006FCA-DA28-4AE3-8D1F-61763AA01FC0}" srcOrd="1" destOrd="0" presId="urn:microsoft.com/office/officeart/2018/5/layout/IconCircleLabelList"/>
    <dgm:cxn modelId="{A139B8A3-3305-4C82-8348-1FD47A87775E}" type="presParOf" srcId="{99A62A33-9270-481F-9CFE-D586DAC1167A}" destId="{D397ABC9-ED3E-4F74-9A65-ABBC78D4E2B6}" srcOrd="2" destOrd="0" presId="urn:microsoft.com/office/officeart/2018/5/layout/IconCircleLabelList"/>
    <dgm:cxn modelId="{F5D84526-D732-4F5C-B33A-AB029F06E6D7}" type="presParOf" srcId="{99A62A33-9270-481F-9CFE-D586DAC1167A}" destId="{279A5A3C-5E73-49C2-A2AC-969EBC9BBD5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DDEB5D-311F-4394-A5B5-349BAB5C3EF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A61B449-76BC-45BD-9F14-E500744F4378}">
      <dgm:prSet/>
      <dgm:spPr/>
      <dgm:t>
        <a:bodyPr/>
        <a:lstStyle/>
        <a:p>
          <a:pPr>
            <a:defRPr cap="all"/>
          </a:pPr>
          <a:r>
            <a:rPr lang="pt-BR"/>
            <a:t>- Gerador de propostas comerciais</a:t>
          </a:r>
          <a:endParaRPr lang="en-US"/>
        </a:p>
      </dgm:t>
    </dgm:pt>
    <dgm:pt modelId="{1B6F5BFE-1392-44CB-AF23-71E39582A6F5}" type="parTrans" cxnId="{CA5F26B5-1D78-4547-B80C-394AFA12EE4B}">
      <dgm:prSet/>
      <dgm:spPr/>
      <dgm:t>
        <a:bodyPr/>
        <a:lstStyle/>
        <a:p>
          <a:endParaRPr lang="en-US"/>
        </a:p>
      </dgm:t>
    </dgm:pt>
    <dgm:pt modelId="{0C561CE1-5863-4206-B5FB-86C07A17B223}" type="sibTrans" cxnId="{CA5F26B5-1D78-4547-B80C-394AFA12EE4B}">
      <dgm:prSet/>
      <dgm:spPr/>
      <dgm:t>
        <a:bodyPr/>
        <a:lstStyle/>
        <a:p>
          <a:endParaRPr lang="en-US"/>
        </a:p>
      </dgm:t>
    </dgm:pt>
    <dgm:pt modelId="{F5DC66D2-6884-4095-94FD-28370809E2A4}">
      <dgm:prSet/>
      <dgm:spPr/>
      <dgm:t>
        <a:bodyPr/>
        <a:lstStyle/>
        <a:p>
          <a:pPr>
            <a:defRPr cap="all"/>
          </a:pPr>
          <a:r>
            <a:rPr lang="pt-BR"/>
            <a:t>- Auxílio na modelagem de um banco de dados para a migração dos dados de vendas</a:t>
          </a:r>
          <a:endParaRPr lang="en-US"/>
        </a:p>
      </dgm:t>
    </dgm:pt>
    <dgm:pt modelId="{DE0333BF-F0D4-47E6-88DB-147A5FF5E764}" type="parTrans" cxnId="{CC0ED993-564D-4565-BD4C-D7135A70DC54}">
      <dgm:prSet/>
      <dgm:spPr/>
      <dgm:t>
        <a:bodyPr/>
        <a:lstStyle/>
        <a:p>
          <a:endParaRPr lang="en-US"/>
        </a:p>
      </dgm:t>
    </dgm:pt>
    <dgm:pt modelId="{31CDE407-7C45-4FC5-8373-6FFBA7376FA1}" type="sibTrans" cxnId="{CC0ED993-564D-4565-BD4C-D7135A70DC54}">
      <dgm:prSet/>
      <dgm:spPr/>
      <dgm:t>
        <a:bodyPr/>
        <a:lstStyle/>
        <a:p>
          <a:endParaRPr lang="en-US"/>
        </a:p>
      </dgm:t>
    </dgm:pt>
    <dgm:pt modelId="{6580E3F3-0427-4E40-9C66-5D01BDD92E34}">
      <dgm:prSet/>
      <dgm:spPr/>
      <dgm:t>
        <a:bodyPr/>
        <a:lstStyle/>
        <a:p>
          <a:pPr>
            <a:defRPr cap="all"/>
          </a:pPr>
          <a:r>
            <a:rPr lang="pt-BR"/>
            <a:t>- Outras atividades recorrentes</a:t>
          </a:r>
          <a:endParaRPr lang="en-US"/>
        </a:p>
      </dgm:t>
    </dgm:pt>
    <dgm:pt modelId="{3ABCFA8B-53F4-4D88-8FDF-B7A85652B0DC}" type="parTrans" cxnId="{85A58067-40DD-4C69-881A-3805C0DF3AEE}">
      <dgm:prSet/>
      <dgm:spPr/>
      <dgm:t>
        <a:bodyPr/>
        <a:lstStyle/>
        <a:p>
          <a:endParaRPr lang="en-US"/>
        </a:p>
      </dgm:t>
    </dgm:pt>
    <dgm:pt modelId="{2F5C21C4-E712-4749-BC24-A1E62013EB95}" type="sibTrans" cxnId="{85A58067-40DD-4C69-881A-3805C0DF3AEE}">
      <dgm:prSet/>
      <dgm:spPr/>
      <dgm:t>
        <a:bodyPr/>
        <a:lstStyle/>
        <a:p>
          <a:endParaRPr lang="en-US"/>
        </a:p>
      </dgm:t>
    </dgm:pt>
    <dgm:pt modelId="{A0C532BB-CF09-452B-8342-7C1B6AC9A80E}" type="pres">
      <dgm:prSet presAssocID="{2ADDEB5D-311F-4394-A5B5-349BAB5C3EFE}" presName="root" presStyleCnt="0">
        <dgm:presLayoutVars>
          <dgm:dir/>
          <dgm:resizeHandles val="exact"/>
        </dgm:presLayoutVars>
      </dgm:prSet>
      <dgm:spPr/>
    </dgm:pt>
    <dgm:pt modelId="{C21DEC48-A0AD-4762-8685-18AA624BCB23}" type="pres">
      <dgm:prSet presAssocID="{6A61B449-76BC-45BD-9F14-E500744F4378}" presName="compNode" presStyleCnt="0"/>
      <dgm:spPr/>
    </dgm:pt>
    <dgm:pt modelId="{67B36D10-7D82-4D5F-927D-D86DD30DBFDD}" type="pres">
      <dgm:prSet presAssocID="{6A61B449-76BC-45BD-9F14-E500744F437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6A009B4-D49D-4D58-A512-70C432D730F9}" type="pres">
      <dgm:prSet presAssocID="{6A61B449-76BC-45BD-9F14-E500744F43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E8725F63-AE8E-41B1-85E2-1EFF323999F1}" type="pres">
      <dgm:prSet presAssocID="{6A61B449-76BC-45BD-9F14-E500744F4378}" presName="spaceRect" presStyleCnt="0"/>
      <dgm:spPr/>
    </dgm:pt>
    <dgm:pt modelId="{6B769A44-C988-4E69-9595-80503172DB5B}" type="pres">
      <dgm:prSet presAssocID="{6A61B449-76BC-45BD-9F14-E500744F4378}" presName="textRect" presStyleLbl="revTx" presStyleIdx="0" presStyleCnt="3">
        <dgm:presLayoutVars>
          <dgm:chMax val="1"/>
          <dgm:chPref val="1"/>
        </dgm:presLayoutVars>
      </dgm:prSet>
      <dgm:spPr/>
    </dgm:pt>
    <dgm:pt modelId="{C4311EF5-9EC4-4AC2-9F46-14518DF12B9D}" type="pres">
      <dgm:prSet presAssocID="{0C561CE1-5863-4206-B5FB-86C07A17B223}" presName="sibTrans" presStyleCnt="0"/>
      <dgm:spPr/>
    </dgm:pt>
    <dgm:pt modelId="{675A4A39-9965-4C4F-B08B-B1416E875857}" type="pres">
      <dgm:prSet presAssocID="{F5DC66D2-6884-4095-94FD-28370809E2A4}" presName="compNode" presStyleCnt="0"/>
      <dgm:spPr/>
    </dgm:pt>
    <dgm:pt modelId="{0551DC2D-4E3D-4530-B7A9-C1867C5D720F}" type="pres">
      <dgm:prSet presAssocID="{F5DC66D2-6884-4095-94FD-28370809E2A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9AB137F-4B78-48E2-8783-AFE3128CCF91}" type="pres">
      <dgm:prSet presAssocID="{F5DC66D2-6884-4095-94FD-28370809E2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38C85BC1-3344-4934-86DA-C7B95186AA87}" type="pres">
      <dgm:prSet presAssocID="{F5DC66D2-6884-4095-94FD-28370809E2A4}" presName="spaceRect" presStyleCnt="0"/>
      <dgm:spPr/>
    </dgm:pt>
    <dgm:pt modelId="{9A9FF392-CB2D-4125-9DD2-0B3DADAD4AAD}" type="pres">
      <dgm:prSet presAssocID="{F5DC66D2-6884-4095-94FD-28370809E2A4}" presName="textRect" presStyleLbl="revTx" presStyleIdx="1" presStyleCnt="3">
        <dgm:presLayoutVars>
          <dgm:chMax val="1"/>
          <dgm:chPref val="1"/>
        </dgm:presLayoutVars>
      </dgm:prSet>
      <dgm:spPr/>
    </dgm:pt>
    <dgm:pt modelId="{287937F0-FAA6-4C66-893A-AA070DDA6963}" type="pres">
      <dgm:prSet presAssocID="{31CDE407-7C45-4FC5-8373-6FFBA7376FA1}" presName="sibTrans" presStyleCnt="0"/>
      <dgm:spPr/>
    </dgm:pt>
    <dgm:pt modelId="{ABE7A517-E47C-4E3E-92BB-81FF9E04D85C}" type="pres">
      <dgm:prSet presAssocID="{6580E3F3-0427-4E40-9C66-5D01BDD92E34}" presName="compNode" presStyleCnt="0"/>
      <dgm:spPr/>
    </dgm:pt>
    <dgm:pt modelId="{3ED73BCB-B254-4EF3-AF5B-F6E42C9AEC36}" type="pres">
      <dgm:prSet presAssocID="{6580E3F3-0427-4E40-9C66-5D01BDD92E3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DB9622C-B5F7-4000-ADB5-9AB0B861AB75}" type="pres">
      <dgm:prSet presAssocID="{6580E3F3-0427-4E40-9C66-5D01BDD92E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4E6B06E0-2DEB-471D-963E-0DA0443807DD}" type="pres">
      <dgm:prSet presAssocID="{6580E3F3-0427-4E40-9C66-5D01BDD92E34}" presName="spaceRect" presStyleCnt="0"/>
      <dgm:spPr/>
    </dgm:pt>
    <dgm:pt modelId="{59F4D5E6-157F-4BD7-BD02-5F94216D9484}" type="pres">
      <dgm:prSet presAssocID="{6580E3F3-0427-4E40-9C66-5D01BDD92E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CE5D50A-2AA4-45E5-A476-D7737C8A18F1}" type="presOf" srcId="{6580E3F3-0427-4E40-9C66-5D01BDD92E34}" destId="{59F4D5E6-157F-4BD7-BD02-5F94216D9484}" srcOrd="0" destOrd="0" presId="urn:microsoft.com/office/officeart/2018/5/layout/IconLeafLabelList"/>
    <dgm:cxn modelId="{A4B35020-22C9-4C8E-A2F7-080A519AFEA8}" type="presOf" srcId="{2ADDEB5D-311F-4394-A5B5-349BAB5C3EFE}" destId="{A0C532BB-CF09-452B-8342-7C1B6AC9A80E}" srcOrd="0" destOrd="0" presId="urn:microsoft.com/office/officeart/2018/5/layout/IconLeafLabelList"/>
    <dgm:cxn modelId="{85A58067-40DD-4C69-881A-3805C0DF3AEE}" srcId="{2ADDEB5D-311F-4394-A5B5-349BAB5C3EFE}" destId="{6580E3F3-0427-4E40-9C66-5D01BDD92E34}" srcOrd="2" destOrd="0" parTransId="{3ABCFA8B-53F4-4D88-8FDF-B7A85652B0DC}" sibTransId="{2F5C21C4-E712-4749-BC24-A1E62013EB95}"/>
    <dgm:cxn modelId="{F8053A92-B3C7-4716-8135-971BCA265251}" type="presOf" srcId="{6A61B449-76BC-45BD-9F14-E500744F4378}" destId="{6B769A44-C988-4E69-9595-80503172DB5B}" srcOrd="0" destOrd="0" presId="urn:microsoft.com/office/officeart/2018/5/layout/IconLeafLabelList"/>
    <dgm:cxn modelId="{CC0ED993-564D-4565-BD4C-D7135A70DC54}" srcId="{2ADDEB5D-311F-4394-A5B5-349BAB5C3EFE}" destId="{F5DC66D2-6884-4095-94FD-28370809E2A4}" srcOrd="1" destOrd="0" parTransId="{DE0333BF-F0D4-47E6-88DB-147A5FF5E764}" sibTransId="{31CDE407-7C45-4FC5-8373-6FFBA7376FA1}"/>
    <dgm:cxn modelId="{85985F98-4EA8-4D12-AACB-F44E9546F9C9}" type="presOf" srcId="{F5DC66D2-6884-4095-94FD-28370809E2A4}" destId="{9A9FF392-CB2D-4125-9DD2-0B3DADAD4AAD}" srcOrd="0" destOrd="0" presId="urn:microsoft.com/office/officeart/2018/5/layout/IconLeafLabelList"/>
    <dgm:cxn modelId="{CA5F26B5-1D78-4547-B80C-394AFA12EE4B}" srcId="{2ADDEB5D-311F-4394-A5B5-349BAB5C3EFE}" destId="{6A61B449-76BC-45BD-9F14-E500744F4378}" srcOrd="0" destOrd="0" parTransId="{1B6F5BFE-1392-44CB-AF23-71E39582A6F5}" sibTransId="{0C561CE1-5863-4206-B5FB-86C07A17B223}"/>
    <dgm:cxn modelId="{F4570E13-3A72-4402-B609-9903B87BA488}" type="presParOf" srcId="{A0C532BB-CF09-452B-8342-7C1B6AC9A80E}" destId="{C21DEC48-A0AD-4762-8685-18AA624BCB23}" srcOrd="0" destOrd="0" presId="urn:microsoft.com/office/officeart/2018/5/layout/IconLeafLabelList"/>
    <dgm:cxn modelId="{46D1787F-5183-4F6A-AF21-5D77786F5540}" type="presParOf" srcId="{C21DEC48-A0AD-4762-8685-18AA624BCB23}" destId="{67B36D10-7D82-4D5F-927D-D86DD30DBFDD}" srcOrd="0" destOrd="0" presId="urn:microsoft.com/office/officeart/2018/5/layout/IconLeafLabelList"/>
    <dgm:cxn modelId="{412A6A2A-5C5D-4F9F-A95F-3C8F7417A597}" type="presParOf" srcId="{C21DEC48-A0AD-4762-8685-18AA624BCB23}" destId="{E6A009B4-D49D-4D58-A512-70C432D730F9}" srcOrd="1" destOrd="0" presId="urn:microsoft.com/office/officeart/2018/5/layout/IconLeafLabelList"/>
    <dgm:cxn modelId="{3613F2CB-D7FB-4A1A-965E-C43DF40F932F}" type="presParOf" srcId="{C21DEC48-A0AD-4762-8685-18AA624BCB23}" destId="{E8725F63-AE8E-41B1-85E2-1EFF323999F1}" srcOrd="2" destOrd="0" presId="urn:microsoft.com/office/officeart/2018/5/layout/IconLeafLabelList"/>
    <dgm:cxn modelId="{D49507BD-9BE3-437B-A75A-C3A4FB4F9BBD}" type="presParOf" srcId="{C21DEC48-A0AD-4762-8685-18AA624BCB23}" destId="{6B769A44-C988-4E69-9595-80503172DB5B}" srcOrd="3" destOrd="0" presId="urn:microsoft.com/office/officeart/2018/5/layout/IconLeafLabelList"/>
    <dgm:cxn modelId="{3E89DE3D-A9BF-4E50-837D-FC247A964541}" type="presParOf" srcId="{A0C532BB-CF09-452B-8342-7C1B6AC9A80E}" destId="{C4311EF5-9EC4-4AC2-9F46-14518DF12B9D}" srcOrd="1" destOrd="0" presId="urn:microsoft.com/office/officeart/2018/5/layout/IconLeafLabelList"/>
    <dgm:cxn modelId="{2B30499D-8633-4A51-A4EC-D33CDE97FC2B}" type="presParOf" srcId="{A0C532BB-CF09-452B-8342-7C1B6AC9A80E}" destId="{675A4A39-9965-4C4F-B08B-B1416E875857}" srcOrd="2" destOrd="0" presId="urn:microsoft.com/office/officeart/2018/5/layout/IconLeafLabelList"/>
    <dgm:cxn modelId="{712033B3-10B0-4E81-A13C-ECD1F4855EB9}" type="presParOf" srcId="{675A4A39-9965-4C4F-B08B-B1416E875857}" destId="{0551DC2D-4E3D-4530-B7A9-C1867C5D720F}" srcOrd="0" destOrd="0" presId="urn:microsoft.com/office/officeart/2018/5/layout/IconLeafLabelList"/>
    <dgm:cxn modelId="{1945DB2A-FD2A-4287-9BAA-C97B790E24FD}" type="presParOf" srcId="{675A4A39-9965-4C4F-B08B-B1416E875857}" destId="{A9AB137F-4B78-48E2-8783-AFE3128CCF91}" srcOrd="1" destOrd="0" presId="urn:microsoft.com/office/officeart/2018/5/layout/IconLeafLabelList"/>
    <dgm:cxn modelId="{E53C9D7F-1211-46E7-8B60-88710D9DB6EE}" type="presParOf" srcId="{675A4A39-9965-4C4F-B08B-B1416E875857}" destId="{38C85BC1-3344-4934-86DA-C7B95186AA87}" srcOrd="2" destOrd="0" presId="urn:microsoft.com/office/officeart/2018/5/layout/IconLeafLabelList"/>
    <dgm:cxn modelId="{FE2E4860-DC24-4370-98DA-9CA4BF8FAD82}" type="presParOf" srcId="{675A4A39-9965-4C4F-B08B-B1416E875857}" destId="{9A9FF392-CB2D-4125-9DD2-0B3DADAD4AAD}" srcOrd="3" destOrd="0" presId="urn:microsoft.com/office/officeart/2018/5/layout/IconLeafLabelList"/>
    <dgm:cxn modelId="{C3058B27-A1EB-439D-85DA-8140CBFB8C9C}" type="presParOf" srcId="{A0C532BB-CF09-452B-8342-7C1B6AC9A80E}" destId="{287937F0-FAA6-4C66-893A-AA070DDA6963}" srcOrd="3" destOrd="0" presId="urn:microsoft.com/office/officeart/2018/5/layout/IconLeafLabelList"/>
    <dgm:cxn modelId="{3336D20D-DC26-476E-ADEF-884F691E2BE7}" type="presParOf" srcId="{A0C532BB-CF09-452B-8342-7C1B6AC9A80E}" destId="{ABE7A517-E47C-4E3E-92BB-81FF9E04D85C}" srcOrd="4" destOrd="0" presId="urn:microsoft.com/office/officeart/2018/5/layout/IconLeafLabelList"/>
    <dgm:cxn modelId="{762D282B-0B15-4315-A6E5-FFD76BC84D21}" type="presParOf" srcId="{ABE7A517-E47C-4E3E-92BB-81FF9E04D85C}" destId="{3ED73BCB-B254-4EF3-AF5B-F6E42C9AEC36}" srcOrd="0" destOrd="0" presId="urn:microsoft.com/office/officeart/2018/5/layout/IconLeafLabelList"/>
    <dgm:cxn modelId="{7567A3A5-C783-4CEC-B124-D94A0749E7B3}" type="presParOf" srcId="{ABE7A517-E47C-4E3E-92BB-81FF9E04D85C}" destId="{0DB9622C-B5F7-4000-ADB5-9AB0B861AB75}" srcOrd="1" destOrd="0" presId="urn:microsoft.com/office/officeart/2018/5/layout/IconLeafLabelList"/>
    <dgm:cxn modelId="{FB03AB24-D4B7-44B7-9028-3D1F80973CB3}" type="presParOf" srcId="{ABE7A517-E47C-4E3E-92BB-81FF9E04D85C}" destId="{4E6B06E0-2DEB-471D-963E-0DA0443807DD}" srcOrd="2" destOrd="0" presId="urn:microsoft.com/office/officeart/2018/5/layout/IconLeafLabelList"/>
    <dgm:cxn modelId="{FB704FDA-1543-48E7-BF6C-A5F6F10675AC}" type="presParOf" srcId="{ABE7A517-E47C-4E3E-92BB-81FF9E04D85C}" destId="{59F4D5E6-157F-4BD7-BD02-5F94216D948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AE478-3B9A-41C2-83D4-C37A4AA49934}">
      <dsp:nvSpPr>
        <dsp:cNvPr id="0" name=""/>
        <dsp:cNvSpPr/>
      </dsp:nvSpPr>
      <dsp:spPr>
        <a:xfrm>
          <a:off x="1840406" y="15855"/>
          <a:ext cx="2127375" cy="21273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7DDEE-AEC6-4CBA-B91A-1D5737FFC05D}">
      <dsp:nvSpPr>
        <dsp:cNvPr id="0" name=""/>
        <dsp:cNvSpPr/>
      </dsp:nvSpPr>
      <dsp:spPr>
        <a:xfrm>
          <a:off x="2293781" y="469230"/>
          <a:ext cx="1220625" cy="1220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C4B52-FB9B-4F9A-9710-B2C3B0DE5F63}">
      <dsp:nvSpPr>
        <dsp:cNvPr id="0" name=""/>
        <dsp:cNvSpPr/>
      </dsp:nvSpPr>
      <dsp:spPr>
        <a:xfrm>
          <a:off x="1160343" y="2805856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100" kern="1200"/>
            <a:t>- Aplicar conhecimentos teóricos em cenários reais</a:t>
          </a:r>
          <a:endParaRPr lang="en-US" sz="2100" kern="1200"/>
        </a:p>
      </dsp:txBody>
      <dsp:txXfrm>
        <a:off x="1160343" y="2805856"/>
        <a:ext cx="3487500" cy="720000"/>
      </dsp:txXfrm>
    </dsp:sp>
    <dsp:sp modelId="{B4DF3ED1-576E-4865-A547-D259700113D3}">
      <dsp:nvSpPr>
        <dsp:cNvPr id="0" name=""/>
        <dsp:cNvSpPr/>
      </dsp:nvSpPr>
      <dsp:spPr>
        <a:xfrm>
          <a:off x="5938218" y="15855"/>
          <a:ext cx="2127375" cy="21273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06FCA-DA28-4AE3-8D1F-61763AA01FC0}">
      <dsp:nvSpPr>
        <dsp:cNvPr id="0" name=""/>
        <dsp:cNvSpPr/>
      </dsp:nvSpPr>
      <dsp:spPr>
        <a:xfrm>
          <a:off x="6391593" y="469230"/>
          <a:ext cx="1220625" cy="1220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A5A3C-5E73-49C2-A2AC-969EBC9BBD58}">
      <dsp:nvSpPr>
        <dsp:cNvPr id="0" name=""/>
        <dsp:cNvSpPr/>
      </dsp:nvSpPr>
      <dsp:spPr>
        <a:xfrm>
          <a:off x="5258156" y="2805856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100" kern="1200"/>
            <a:t>- Compreender os desafios do mercado de trabalho</a:t>
          </a:r>
          <a:endParaRPr lang="en-US" sz="2100" kern="1200"/>
        </a:p>
      </dsp:txBody>
      <dsp:txXfrm>
        <a:off x="5258156" y="2805856"/>
        <a:ext cx="348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36D10-7D82-4D5F-927D-D86DD30DBFDD}">
      <dsp:nvSpPr>
        <dsp:cNvPr id="0" name=""/>
        <dsp:cNvSpPr/>
      </dsp:nvSpPr>
      <dsp:spPr>
        <a:xfrm>
          <a:off x="624000" y="240855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009B4-D49D-4D58-A512-70C432D730F9}">
      <dsp:nvSpPr>
        <dsp:cNvPr id="0" name=""/>
        <dsp:cNvSpPr/>
      </dsp:nvSpPr>
      <dsp:spPr>
        <a:xfrm>
          <a:off x="1004250" y="621105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69A44-C988-4E69-9595-80503172DB5B}">
      <dsp:nvSpPr>
        <dsp:cNvPr id="0" name=""/>
        <dsp:cNvSpPr/>
      </dsp:nvSpPr>
      <dsp:spPr>
        <a:xfrm>
          <a:off x="53625" y="258085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- Gerador de propostas comerciais</a:t>
          </a:r>
          <a:endParaRPr lang="en-US" sz="1500" kern="1200"/>
        </a:p>
      </dsp:txBody>
      <dsp:txXfrm>
        <a:off x="53625" y="2580856"/>
        <a:ext cx="2925000" cy="720000"/>
      </dsp:txXfrm>
    </dsp:sp>
    <dsp:sp modelId="{0551DC2D-4E3D-4530-B7A9-C1867C5D720F}">
      <dsp:nvSpPr>
        <dsp:cNvPr id="0" name=""/>
        <dsp:cNvSpPr/>
      </dsp:nvSpPr>
      <dsp:spPr>
        <a:xfrm>
          <a:off x="4060875" y="240855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B137F-4B78-48E2-8783-AFE3128CCF91}">
      <dsp:nvSpPr>
        <dsp:cNvPr id="0" name=""/>
        <dsp:cNvSpPr/>
      </dsp:nvSpPr>
      <dsp:spPr>
        <a:xfrm>
          <a:off x="4441125" y="621105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FF392-CB2D-4125-9DD2-0B3DADAD4AAD}">
      <dsp:nvSpPr>
        <dsp:cNvPr id="0" name=""/>
        <dsp:cNvSpPr/>
      </dsp:nvSpPr>
      <dsp:spPr>
        <a:xfrm>
          <a:off x="3490500" y="258085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- Auxílio na modelagem de um banco de dados para a migração dos dados de vendas</a:t>
          </a:r>
          <a:endParaRPr lang="en-US" sz="1500" kern="1200"/>
        </a:p>
      </dsp:txBody>
      <dsp:txXfrm>
        <a:off x="3490500" y="2580856"/>
        <a:ext cx="2925000" cy="720000"/>
      </dsp:txXfrm>
    </dsp:sp>
    <dsp:sp modelId="{3ED73BCB-B254-4EF3-AF5B-F6E42C9AEC36}">
      <dsp:nvSpPr>
        <dsp:cNvPr id="0" name=""/>
        <dsp:cNvSpPr/>
      </dsp:nvSpPr>
      <dsp:spPr>
        <a:xfrm>
          <a:off x="7497750" y="240855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9622C-B5F7-4000-ADB5-9AB0B861AB75}">
      <dsp:nvSpPr>
        <dsp:cNvPr id="0" name=""/>
        <dsp:cNvSpPr/>
      </dsp:nvSpPr>
      <dsp:spPr>
        <a:xfrm>
          <a:off x="7878000" y="621105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4D5E6-157F-4BD7-BD02-5F94216D9484}">
      <dsp:nvSpPr>
        <dsp:cNvPr id="0" name=""/>
        <dsp:cNvSpPr/>
      </dsp:nvSpPr>
      <dsp:spPr>
        <a:xfrm>
          <a:off x="6927375" y="258085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- Outras atividades recorrentes</a:t>
          </a:r>
          <a:endParaRPr lang="en-US" sz="1500" kern="1200"/>
        </a:p>
      </dsp:txBody>
      <dsp:txXfrm>
        <a:off x="6927375" y="2580856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1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E72CA0F-DE21-317B-0314-7967A1205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solidFill>
                  <a:srgbClr val="FFFFFF"/>
                </a:solidFill>
              </a:rPr>
              <a:t>ESTÁGIO SUPERVISIONADO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A8B4FC-3B5B-610D-2C73-9FE2BF478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2"/>
                </a:solidFill>
              </a:rPr>
              <a:t>Marcos Vinícius da Silva</a:t>
            </a:r>
          </a:p>
        </p:txBody>
      </p:sp>
    </p:spTree>
    <p:extLst>
      <p:ext uri="{BB962C8B-B14F-4D97-AF65-F5344CB8AC3E}">
        <p14:creationId xmlns:p14="http://schemas.microsoft.com/office/powerpoint/2010/main" val="1164914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60FADF-3DEC-0DDC-CA94-CA7753300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pt-BR" dirty="0" err="1"/>
              <a:t>oBJETIVOS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02293D65-B073-A4E5-30BE-5464B1743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560558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501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9F7414-C692-051F-3832-97EA4333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pt-BR" dirty="0"/>
              <a:t>ATIVIDADES DESENVOLVIDAS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AE49E01-CCAB-6480-395A-DF94C4C17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597647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0539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25D43-6A5F-19BB-5950-0195A326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9728"/>
            <a:ext cx="9905998" cy="47876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GERADOR DE PROPOSTAS COMERCIAIS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73B8A3-4BA2-D9B1-7995-CC57C2F0D6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45" y="654085"/>
            <a:ext cx="10363109" cy="5549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756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163231-7243-BF14-A7EC-C6C438AD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8600"/>
            <a:ext cx="45339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28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A388447-7844-1AC6-D418-F5BC5614E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47608F-693A-4B94-D95D-C57FE9285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endParaRPr lang="pt-BR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404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23</TotalTime>
  <Words>56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Circuito</vt:lpstr>
      <vt:lpstr>ESTÁGIO SUPERVISIONADO i</vt:lpstr>
      <vt:lpstr>oBJETIVOS</vt:lpstr>
      <vt:lpstr>ATIVIDADES DESENVOLVIDAS</vt:lpstr>
      <vt:lpstr>GERADOR DE PROPOSTAS COMERCIAIS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Vinicius Da Silva</dc:creator>
  <cp:lastModifiedBy>Marcos Vinicius Da Silva</cp:lastModifiedBy>
  <cp:revision>1</cp:revision>
  <dcterms:created xsi:type="dcterms:W3CDTF">2025-07-15T23:38:19Z</dcterms:created>
  <dcterms:modified xsi:type="dcterms:W3CDTF">2025-07-16T00:01:31Z</dcterms:modified>
</cp:coreProperties>
</file>